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0" r:id="rId9"/>
    <p:sldId id="261" r:id="rId10"/>
    <p:sldId id="262" r:id="rId11"/>
    <p:sldId id="263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765B-8F21-9CB6-AA74-ED0BC1877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E4C0-94A8-88D7-50E4-786608298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4C0AB-0187-F357-6493-9919F9C37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C6135-7445-AFF2-7219-674FE41C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EF32-078E-EBEA-8537-F843570B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5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8FD9-A136-411F-7F7A-796C00C0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5DFA-A783-93FD-B9FD-69AC4663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81E9-F4AB-3A50-5D83-D0445DB9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D3CF7-49B0-0820-DA6A-68CDE5CD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40FE-6991-2D24-900B-0CB93FC0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D5E7-C8DC-9913-84C1-2AC1CFB2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8252B-1868-D452-A068-55695067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8CFCD-C108-D621-674D-D0C47602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DCEC-7D57-75E1-2199-49184ADE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EB0B-EB32-DA9D-86B0-B69661F2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6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D9AA-9EA6-3472-56A5-DBADD0A9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9B9B9-8430-064D-A68E-092937692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AD617-1A3C-9D80-E0B3-27E09368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E35AE-D844-7B14-6AE8-A586505C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F59AE-AE90-87B9-FFC4-CDB829D7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E6B00-0751-6F37-A247-D428DE82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4B6F-A84C-DC9A-462C-E69D8281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694C1-C9EA-FA6A-2C97-053B5B4C5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920A9-3692-6A8C-974A-6CD8961D8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ED025-EB4F-AD73-A3D5-D79EEE58D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F16D8-0061-9A25-C9E8-0E64E11B3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3FFDB-3FC5-A6CB-00A3-F0CFE1DE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7C17A-2C36-2B5F-42FB-8B563C26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6E88A-B77F-6D97-FF6E-D587F3F7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E5C8-0EFC-DC39-78C9-958BCEA5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6978-80A9-CD23-8213-62A50BA7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324CA-F64D-F9C8-8898-A8C028B7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A5682-A26D-C963-4053-899EBAD4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8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D4594-A5C4-1599-AA1A-B585C83C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6AF11-B093-061F-4291-1552BA18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1F377-E151-586C-3527-28D4323B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7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3508-B163-90C8-38BD-B824D787F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A6D71-F173-D27A-E31C-A2FCE87C8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8E580-8C58-2198-29B9-628E4CB2A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91D08-BF16-FAB4-70D9-9F371746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35F19-44DB-23C3-5285-8486C2C0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7ABBA-D008-F771-2151-263EE58A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3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7EC-C8C2-6E77-F545-297AF50C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5A374-1798-5BA5-1841-20DFEA59B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4D902-AAB6-CD83-7E30-8B7A090B2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D8864-C2F0-8205-4680-23319871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636D8-73E0-699C-8181-7F7740FA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F724-3CC6-6BA4-C5AA-8D1C9E9D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5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A20F-509B-0828-0484-67B0642F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F3523-0518-4FC5-C831-D28A925FD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1150D-BDCF-7995-2914-6F537151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D8640-4E91-8906-08A3-F926B50C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6E3B-13CF-CC1F-2E26-C8710177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FE30D-5578-D279-E9C0-B9F8B15D9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76B95-99D7-8255-74CA-9DE5EA2DA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DAD10-5BF5-FE17-6897-01EE9700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5D7D-EFD6-07C3-5457-078072B9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FF006-8683-DE2F-0A01-0E9DAA79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7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DA5E0-E2A7-4981-DECE-FC118FD4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7AF70-921E-E658-BFA6-9479B29A1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40A60-C6FD-D5D8-7057-AEA18FA2D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E08CE-B4FE-40ED-96A4-6D76EA30CF8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02551-8749-12C8-3E82-872B29C00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07D2-211A-2C37-B0B4-F53D0080D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2C7F7-8861-4917-BB26-7A88E9D81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8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F24F-D123-D614-11D3-4338F4F68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L0-4 </a:t>
            </a:r>
            <a:br>
              <a:rPr lang="fr-FR" dirty="0"/>
            </a:br>
            <a:r>
              <a:rPr lang="fr-FR" dirty="0"/>
              <a:t>RAM Asset Operations &amp; Tenant Services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66F49-8D61-551B-B8B6-D0E7CC030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SQUAD CONSULTING</a:t>
            </a:r>
          </a:p>
          <a:p>
            <a:r>
              <a:rPr lang="en-US" dirty="0"/>
              <a:t>2026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76DEE-F31D-D3E8-B8BF-0D42C759591B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3573FA-BEB6-4838-4FF2-E40D3AB127FF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326DAA-2B4B-74D4-A316-8773113D0BBE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597156-0D99-F85D-AFC9-38C11D6E1D7B}"/>
              </a:ext>
            </a:extLst>
          </p:cNvPr>
          <p:cNvGrpSpPr/>
          <p:nvPr/>
        </p:nvGrpSpPr>
        <p:grpSpPr>
          <a:xfrm>
            <a:off x="0" y="-56733"/>
            <a:ext cx="1744057" cy="6858000"/>
            <a:chOff x="10447943" y="0"/>
            <a:chExt cx="1744057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93BE8A-CBC0-5D3E-C654-D6E28641C1C2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4D012F-33EC-D7BC-8964-9169C413AA8B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6871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389A-322D-BBEC-C1C9-1C89D2A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66DF52-5150-9535-7F38-3E0711ABA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280300" cy="68579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518E709-36BC-CC83-AB2C-6AE2E185EDC0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FDA7E3-9697-4776-DD99-BFD01055DB06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8B363B-0654-B975-EF41-8B77C7C49B37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387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0B9F-7A42-A488-EBA6-9FF2E04C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CAD45-1E1E-40ED-6614-2800C9534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47943" cy="696983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F82FF9F-65B5-2F60-D8A3-7A92DEB52AFB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BA3583-1C2B-786E-1394-3D63666958C8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D3AF8A-9634-5E76-4FAA-21AAD453C18D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152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CAA3-3CB5-BC17-4579-890ED3F8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4C37BF-4B09-2593-3878-27CDE953E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054" y="-1"/>
            <a:ext cx="10345157" cy="690126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96F3B98-F211-1393-F962-32740A553CBC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63C617-C2C1-ABAE-B0EB-62F2244308F7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CD61F6-230D-D713-C74B-DC309D8534B2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8801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B788-0459-FE9D-A532-140496CD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29537A-EF28-B698-D42B-3CFAD572A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97885" cy="68030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2892144-D9EF-A58E-6BFA-282AB9ABCCAD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745C77-EA32-F3E8-DA5C-0979D5CCD040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DEB7A-FC93-7979-DF7A-8F686C5CF129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737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B820-6704-80D6-0241-7282B04E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0C44D7-D0C0-514F-4B5D-E54C0ED6C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8D74C04-AF8E-09A2-F4D3-94C706CE460C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1C2480-7CCE-8CB0-3BDC-DFBACE74778C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79A30B-7D82-4323-8886-C397311E4ECF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829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C019-55B0-7C01-9CD8-790ACE34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A4B3F-22EB-4675-22C0-46C51E769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31" y="0"/>
            <a:ext cx="10394197" cy="693398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B76716D-6E22-E680-010D-EB9F0CFB44E6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55C41F-5B27-01DD-77C3-D32DF7ADCBCE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5BD212-B7A6-3B68-E5A9-C7A4561B7BF7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594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7FD3-CE24-2EAA-F20C-F635B5BC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40D67E-BB01-2FC7-BF98-EEBDC53F0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515600" cy="70149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9EAB7AB-CC2A-B072-AECC-88AAA0231CF0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FB190E-BCF0-0FF8-4AA7-8CD57A0AB396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8F051-4AF4-6AD0-9FE3-6A0E31617C07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04762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41A9-30CB-6B03-C2F6-D7838609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DABC9-CC91-4A00-9981-917773092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75376" cy="68547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946B79B-DEB8-9153-697D-E11EEC702127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316E14-D336-6047-6B9A-1C114EC4F45E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18A955-FB11-DB7D-97E5-BA2365206D95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06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F159-F281-45FF-D614-B1E80A22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6A57D-3C01-879C-16D5-81CA2705A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0302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D68DCB-DDEA-19E8-B238-ED16579E7C34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E81C58-4380-9E05-8E8D-995B893A5FEC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CDB909-0477-BE8E-FE42-53362C0793C9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0549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E931-4C2C-6F06-2597-5315EECE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B7DA25-C0DE-7CC8-C7F9-0EB9A80CE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75376" cy="68547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6153304-9B7E-03B9-87F1-79E4F6694AD1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E20C42-BD34-6897-55A5-CE830A4EAB9B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F1B777-6CD9-6007-3DDF-917B5334D5D4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7413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3B3C-8BCE-AC4A-D7AE-07E436FA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DD3DA-A69E-4697-06B4-45F978E2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1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242</Words>
  <Application>Microsoft Office PowerPoint</Application>
  <PresentationFormat>Widescreen</PresentationFormat>
  <Paragraphs>234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L0-4  RAM Asset Operations &amp; Tenant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</dc:creator>
  <cp:lastModifiedBy>HM</cp:lastModifiedBy>
  <cp:revision>2</cp:revision>
  <dcterms:created xsi:type="dcterms:W3CDTF">2026-07-05T20:37:28Z</dcterms:created>
  <dcterms:modified xsi:type="dcterms:W3CDTF">2026-07-05T20:43:10Z</dcterms:modified>
</cp:coreProperties>
</file>