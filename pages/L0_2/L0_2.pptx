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EB870-ACAE-4C58-8250-75A8AC2A5F5F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D7AAA-D694-43E2-8766-1EEA39401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4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D7AAA-D694-43E2-8766-1EEA394013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6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B305-8CC7-31E0-8375-79244EFC8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71B02-705C-C472-0F43-3FDC66824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37D15-B2D7-08B7-D309-B4818B00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D534-54A6-5924-0122-131BED5F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B795B-DDCE-A28E-754E-D7C8310F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E5AF-6873-D847-7E7C-CC469A4F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520C3-56DB-6D3F-350A-6F01F758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50893-EDD5-184E-B654-050A0463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F5E81-BECD-1B6B-4C1E-7129C428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08B7-756F-DA85-709D-DD23EF68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3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208A-5B3E-92A3-150C-DB513871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11DAC-C516-96D0-A4C4-12E9EC3A4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A19E-A64F-3B46-64AB-AAED69DB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A25E2-39B2-212F-4650-33E6FF23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80226-61BD-8B6A-F54A-7AE647F7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3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91B2-573A-A11D-F6EA-5599F13A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CCA86-2579-E087-B43B-50C60B335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D36AD-9973-4DBE-F466-6F64053E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07090-30E7-00E2-C6D1-229A9CCD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0887F-CECF-B033-DB0F-E31175518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AB4E4-09AC-CD78-8312-9279F9D3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8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2B7D-B0DE-B12A-9A5D-5826D90D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6F718-7C24-4A55-E003-713CA04FF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AE198-5AA5-6296-27BD-A5A641AA8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E7DF36-4ED7-0404-A146-9D8170574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D6078-B9D0-AEB2-52B8-18A6F75E7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A83850-559D-406E-E15B-770E1D91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147BE-BA25-E9A9-8781-5409BFF1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C98D1-4A7E-C904-6A63-AD77C220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6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761E-FFAF-AD9F-7C63-7394E73B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A8D70-4566-039C-C49C-F57D4558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26EDA-A7B9-6EDE-1AF2-26E0FDE5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30691-0FDA-360B-ED22-6D56574A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2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745F-372A-E481-E1F2-DB4926F7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E12C1-385B-811A-A8F0-C0821BB0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97E95-6B47-CC94-83C7-286CB83B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5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44AC-E91E-CC2F-4055-CB9460FB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E16A6-CAB9-33BD-2FEA-A2F83D923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87E7-4FC6-6F15-A179-68D360AC3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7ABF9-1F59-58E1-F924-8EAC7834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D43B4-5457-7E1A-7E57-294D8E38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6AD58-0AE6-7A11-AF7A-B12823E2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6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C1F0-8F7C-B81D-BB84-03454E35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277B5-F6C0-7DF1-DBF6-41210C67B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65F84-E398-D7A8-4B74-D3A28B1C0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62A6-5E6F-D46B-B636-C6A7C816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B3C09-FBDB-7C55-2B92-02A5B629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3E979-0D8F-69BD-877C-4B16BD72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7248-68F3-BCA8-8109-11D6F9C3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095AA-24DA-CE14-2D9B-4481F50F0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79E02-6CC0-4E7E-813F-38CCA290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BBA7F-3922-EBB6-2DE7-A638E728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4BFC7-8288-490E-9DFD-104B4D13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0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01650-52C8-6A96-CD6C-7CB7FAF79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DA037-E6A7-850C-BE5E-E2D23A3FC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5215-61BF-89F5-EDBB-CAA1EF80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81AA0-E42A-C818-16D5-12403680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71FC6-17BB-9A15-ACE6-54D265C1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3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7551A-D634-0D85-A113-FD8F9D4E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5FB98-B6C9-F473-D5C4-46993A9AB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821D4-2AC3-9806-AB90-E41F2DC7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D0CFF-D56A-4155-9A64-70B6418E4064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87379-7ED9-90C2-9C52-683A2CA1B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59A4D-1E03-D7BF-B7AF-66CB3ED9A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E2F96-3ED5-4E26-8B4F-FFC64E5F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9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012F-1485-E6F8-0A06-494F5FD47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L0-2-</a:t>
            </a:r>
            <a:br>
              <a:rPr lang="en-US" dirty="0"/>
            </a:br>
            <a:r>
              <a:rPr lang="en-US" dirty="0"/>
              <a:t>RAM INVESTMENT &amp; CAPITAL PROJECTS MANAGEMENT PROCESS MANUAL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B2373-197C-D989-516F-F93D74990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SQUAD CONSULTING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708BF-BF20-657B-7D3F-A887511D7FDE}"/>
              </a:ext>
            </a:extLst>
          </p:cNvPr>
          <p:cNvSpPr/>
          <p:nvPr/>
        </p:nvSpPr>
        <p:spPr>
          <a:xfrm>
            <a:off x="10447943" y="0"/>
            <a:ext cx="1744057" cy="685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17516-A0B4-7BF5-1862-D0E639580BBC}"/>
              </a:ext>
            </a:extLst>
          </p:cNvPr>
          <p:cNvSpPr/>
          <p:nvPr/>
        </p:nvSpPr>
        <p:spPr>
          <a:xfrm>
            <a:off x="0" y="0"/>
            <a:ext cx="1744057" cy="6858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1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D004-0718-1ADE-F5FF-346CBC9A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8DE9C3-10D6-63BF-8AED-D283F218E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47943" cy="696983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81041BA-8BCE-C43E-594A-92E8888C8ACB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A67306A-DD7B-1DD7-8BB1-9156D83B4D25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C503D-0FED-140F-5559-D84FABB0338E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215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474D-2F56-3DBE-C432-E304DF50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EC69FC-2907-C3F4-1A8D-2DF18A424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24160" cy="69539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B518145-73AB-3978-C82D-42FF38BE06D6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C3658A-B911-8270-1157-0EDC4B0427AB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C1E80E-FF3E-5962-4AE7-9494309299BF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85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25F6-0FE0-A739-8FD6-31E78B6C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434C92-743D-220A-0BAB-9E3EE2F88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24160" cy="69539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5069466-57CB-356D-3B01-982F7386F200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866547-4A36-BED6-FEC6-D5083C6A5ED2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511933-EB97-0616-F173-F9A811A571EB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7267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6707-1CE8-ABBF-152F-760BBBC9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ECB296-635C-CCFD-4FB7-7A0EFB940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24160" cy="69539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F0E29EE-480A-58E9-9126-7B37E0795ED9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C9577D-6553-3549-6AD3-A38AA51BF822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3C4264-14F5-424A-7B07-68E4C7CA8769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778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18BF-A5F5-01E7-406D-8D3D97EA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BF27246-D215-780B-89B2-FC61DAAC8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17480" cy="68828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343EA3D-FAB6-D68E-5995-C3F6BE52058A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95C07E-1D8E-233B-8448-6532F13F4493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DC35A7-DA95-9231-9D79-67112155366C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3532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F1E9-9C34-EB99-F4EB-7D0713A9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C4AB11-E7A7-A75A-857F-E490AD862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24160" cy="69539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27898B8-F510-7DF4-5250-49B6FAB1FF39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3544BF-5893-EE3D-371E-424097A51FA6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B77422-8F11-0444-4CCF-BDAF5637821D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0396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6F2A-A4F5-FD97-FF2F-00ACD8DD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4839D9-2ABB-0AF9-65B8-B8510BB1A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424161" cy="68012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73F6B38-8535-FFB5-D6B7-7A39DFE94DF2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A5AFC0-1206-4163-0AB0-7C44413CA5F0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709768-B8EA-9C36-9791-95E53B55774C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503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21FE-5391-69BE-1312-FFAEB3D0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E4DF6A-BB45-9C6D-DF01-763E14DC4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24160" cy="69539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62D71E9-3045-5CA3-6300-AAB2E13DFE05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5E83F1-E3D5-9EBA-4C3C-8F56E54870B9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43B07B-0B31-CAE2-FD11-8881C72FF8F3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720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D02A-D426-A0BC-5C50-3F716232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935576-0647-E367-1F66-6B58C310D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424160" cy="69539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14220AF-D81B-FBC8-1808-F87DF010FD0A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CCA2DB-2B52-BD14-1757-85BD924D4B12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B221D2-972F-6650-A2F6-4AE43003877B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792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9D92-83B8-EEFE-3215-238C531F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596A-8549-2304-4E1F-927FE593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11FF96-6181-0259-154C-D81EC42DADC6}"/>
              </a:ext>
            </a:extLst>
          </p:cNvPr>
          <p:cNvGrpSpPr/>
          <p:nvPr/>
        </p:nvGrpSpPr>
        <p:grpSpPr>
          <a:xfrm>
            <a:off x="10447943" y="0"/>
            <a:ext cx="1744057" cy="6858000"/>
            <a:chOff x="10447943" y="0"/>
            <a:chExt cx="174405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AF0E46-3BE0-65E3-47B2-FE4A672BB104}"/>
                </a:ext>
              </a:extLst>
            </p:cNvPr>
            <p:cNvSpPr/>
            <p:nvPr/>
          </p:nvSpPr>
          <p:spPr>
            <a:xfrm>
              <a:off x="10447943" y="0"/>
              <a:ext cx="1744057" cy="6858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0FC9B9-1B0E-2BBB-1670-9011157DF1B9}"/>
                </a:ext>
              </a:extLst>
            </p:cNvPr>
            <p:cNvSpPr txBox="1"/>
            <p:nvPr/>
          </p:nvSpPr>
          <p:spPr>
            <a:xfrm>
              <a:off x="10668000" y="60960"/>
              <a:ext cx="128016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-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030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244</Words>
  <Application>Microsoft Office PowerPoint</Application>
  <PresentationFormat>Widescreen</PresentationFormat>
  <Paragraphs>234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L0-2- RAM INVESTMENT &amp; CAPITAL PROJECTS MANAGEMENT PROCESS MANUAL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</dc:creator>
  <cp:lastModifiedBy>HM</cp:lastModifiedBy>
  <cp:revision>6</cp:revision>
  <dcterms:created xsi:type="dcterms:W3CDTF">2026-07-05T20:21:14Z</dcterms:created>
  <dcterms:modified xsi:type="dcterms:W3CDTF">2026-07-07T12:40:30Z</dcterms:modified>
</cp:coreProperties>
</file>