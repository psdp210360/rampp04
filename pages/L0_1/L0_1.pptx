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93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AF17-0ECA-962C-7350-0EC4C49DD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DE553-EF93-AFAB-FA43-96D7931FC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D8687-CA07-5D7A-6528-A0CD8535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59EA4-B4D8-11A5-5E35-323A1EAA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C5949-99DF-E917-5BF5-F82EDDD2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0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4D4F-B627-D8C3-144D-93BAAAB1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6651-6661-5AF9-ABAD-40A0E445D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99E83-E83A-CC41-79F9-A91F0234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4EA11-AFD2-F0AB-9051-2B0F9C95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80F-152D-F95E-6EBC-28A7A82C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4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4D32-3146-F12C-2C7A-70ED2FC3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63E68-49BC-980D-72D1-F3D66C559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3C63-14E1-3127-F021-C77A00CD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C8DB4-50AB-6420-18FD-17BEB2CE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6C6FC-5CFC-4935-ED09-43F5DF98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60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1C1A-4ED4-A45A-2D82-CB2AE3B7B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E32F-0F82-A3DD-B304-13ED34931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60147-C81E-83BD-387F-CC85F0DF9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1F49D-BCF2-59C3-E381-5E3068E5F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1E175-EFC3-6060-777F-462D93D4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3408C-F743-7EF2-17AB-C4A77409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8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D836-46E8-DB04-BEE2-77C67791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4DC4B-7051-D643-BC32-268A5EB77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CA768-C06C-DEE1-EC6C-944512B2F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FF18A-07A0-9C25-DCF1-433770276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019FB-1A24-6D43-E83A-B9AE584DC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845BF0-1E38-AFBA-0FF3-CA5DD435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7BF0D-63BB-ABDB-BF35-B3C1E314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CF334-AFBF-607F-28C1-B2E4A4C3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7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E4D0-2549-727F-6B11-2C41D7CD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4BD6A9-5230-0936-AD33-0E86EA477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8DD85-AD02-E137-0627-5B3A4960B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79818-CC49-FEC9-E043-0CAE5920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0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3F4128-428C-AAA5-F868-2F0BB57B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56414-2070-943C-CA68-EEC4585C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734D8-3027-3B5D-A2DC-12D20BA6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C6D4D-BACB-9361-7E97-016EBAF02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E961-E422-9DD2-2E3D-768A53646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DD152-467D-CFBE-BE7E-F4474F0AF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C6E84-2A59-4D3D-BB86-5941E0DD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2FCDD-D4F1-FC1D-6C2E-4A84D875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7D21-E165-9D7D-7580-22C3DBD2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11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F6A7-DC55-5DD6-1630-851D2E51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FA23B6-7D4B-369E-1F06-BF2EC54A5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0FB87-E18C-0CF8-8C53-16FABD216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A25A8-3EDA-F948-DF0B-EF0F7ED7A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BAC85-E50B-9E91-A274-82A9C9118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639BF-6980-9048-84AB-F6CCCB99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6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628B-47BF-D983-83E0-D4245539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0D031-7968-F09D-5DC8-9460B4A2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F10D-E89F-CEC5-BF71-5D45263F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6EBFB-1DF4-6FEB-F840-A5F236E0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3169-7A0B-946D-FBBA-C5AE69B4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4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5FA9F-D3AC-36C4-8D8A-7087E9373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7C135-3737-A1AC-72D2-820CE52E5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1D68D-FD06-36FE-1660-7759E049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6E7FE-30EA-BE22-A7A7-B0EBE2809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5C08C-1FEB-6533-FEA7-1F919A56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4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4FDF63-1CC1-2B57-D068-D67FB91B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0E063-D682-0369-D9D1-E3E0CD80F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35733-D66B-D353-3EC7-266EF7794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08B91-6544-4E52-B2BA-99CDF1C473EB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2182-331A-5FA4-DD3F-7415BE0A5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3869D-9D91-E5B9-0E25-AF4E2103E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7BD47-BA99-4259-A721-B82B99B9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0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7A130-10B6-3800-60FE-D6E42D113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L0-1- </a:t>
            </a:r>
            <a:br>
              <a:rPr lang="en-US" dirty="0"/>
            </a:br>
            <a:r>
              <a:rPr lang="en-US" dirty="0"/>
              <a:t>RAM STRATEGY &amp; PORTFOLIO MANAGEMENT PROCESS MANUAL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74F65-AA72-9318-832F-A76F9E165B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SQUAD CONSULTING</a:t>
            </a:r>
          </a:p>
          <a:p>
            <a:r>
              <a:rPr lang="en-US" dirty="0"/>
              <a:t>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C4A33-3947-F188-A365-11BCCB756FC1}"/>
              </a:ext>
            </a:extLst>
          </p:cNvPr>
          <p:cNvSpPr/>
          <p:nvPr/>
        </p:nvSpPr>
        <p:spPr>
          <a:xfrm>
            <a:off x="10447943" y="0"/>
            <a:ext cx="1744057" cy="685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9EA6FC-0B39-1819-84F5-2E497D67456C}"/>
              </a:ext>
            </a:extLst>
          </p:cNvPr>
          <p:cNvSpPr/>
          <p:nvPr/>
        </p:nvSpPr>
        <p:spPr>
          <a:xfrm>
            <a:off x="0" y="0"/>
            <a:ext cx="1744057" cy="685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94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1DAF-8510-8B56-FB48-EC61AD2599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L0_1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2B026-22D9-D7A2-86C3-B2D79AADF7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348E8-1AFE-60E7-37CC-4A5F08099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3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329F7D4-0839-9025-EABE-E7A2100081E5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0D5F8E-D764-C3B4-A411-57F2CC407187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69DE7D-535C-42A7-4575-D0142D126140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6031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1559-DA1E-C2A9-2189-18C110D8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375BF7-CF7C-A260-5105-14D69B569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1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2B115A7-741E-2925-DC3C-ADCD7257CA21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5F98F-C888-945A-45A7-8742636C1EA7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223BFE-B008-6115-230A-2CA50A343CDC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6163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450CA-0323-2458-A8F2-0EB282B7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274B3-24FC-F516-D96A-5FF0EA0B8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28029" cy="68231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25EEC87-3C1A-0D51-4690-5B68B1C3C52F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7BFEA2-8559-85B7-F075-A089B01DD08F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B87712-96F2-D26D-5F12-585D0C4AA7B4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9244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5FD5-300C-BF9E-2826-C3FB986D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8106C-10A9-1A1A-4AF4-598B9685E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2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D556CDA-453C-41E5-D76E-CF4AAEBBE74F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521F54-1ADF-A204-4F73-C00BAA70325D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0EDC34-3C4C-87DA-E5CF-E22F95C9C608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7379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0C5-992B-84F2-A7F8-CAEEC6DB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591F2-B154-0835-3594-892A95CDE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2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FE40C09-54D9-A3EB-E83E-48AF7DB1CCEA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EC50D1-FBAE-3027-2EEF-EBE7026BFCA3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11777D-6BFD-1222-2D25-2B5F9C8261D8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8020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7234-12F9-80A4-546A-9FA6A9E2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C1D581-DD85-A591-7862-44704CE07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2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B31ECB4-5B3A-955A-508B-C4EA740D206D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E8E78F-4FA7-EB2C-D77E-2B685531DABE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2C34C6-08DA-13DE-EB93-F801A48C1370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74436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931B-93E8-1E48-74EE-59E897FB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A4A05C-8877-8C52-A358-94EAF294C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2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1B240D3-1C2F-BA67-7AE4-E2D1A2C306E9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BF9E2D-4398-F486-647A-D4309C31CB8D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7BC544-681C-0633-616B-3B5E969BBBAB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42911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CF5A-65AE-6625-BDD2-8CB39DDAA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0203CF-1FD8-2C95-FC43-12BAE4934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2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E765750-D40E-7DA1-4356-0ED129FA8FE6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34C571-5F83-B899-3E5B-276358075BE2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1D33DB-D4FD-2044-ACC5-B7AB1CE61849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638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082D-3CE6-A8F9-0CA7-3C749D64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8E41A4-93B9-66C0-ABF2-6ACA96474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2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E189DBA-28C1-77AD-DE56-729607B55ADC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4D93C-56F4-3091-1C67-2CF6BBADF439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F31D38-1088-E14F-2526-3DB3053CE7BD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5347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31AF9-06C7-F427-ACDD-31E41CB53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0051F-A6E3-2AA8-E270-9426D5BA9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04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221</Words>
  <Application>Microsoft Office PowerPoint</Application>
  <PresentationFormat>Widescreen</PresentationFormat>
  <Paragraphs>212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L0-1-  RAM STRATEGY &amp; PORTFOLIO MANAGEMENT PROCESS MANUAL</vt:lpstr>
      <vt:lpstr>L0_1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HM</dc:creator>
  <cp:lastModifiedBy>HM</cp:lastModifiedBy>
  <cp:revision>5</cp:revision>
  <dcterms:created xsi:type="dcterms:W3CDTF">2026-07-05T19:15:00Z</dcterms:created>
  <dcterms:modified xsi:type="dcterms:W3CDTF">2026-07-05T20:20:56Z</dcterms:modified>
</cp:coreProperties>
</file>